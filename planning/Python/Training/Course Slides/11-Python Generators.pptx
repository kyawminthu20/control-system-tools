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6" Type="http://schemas.openxmlformats.org/officeDocument/2006/relationships/font" Target="fonts/Montserra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42e6de5a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42e6de5a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42e6de5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42e6de5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42e6de5a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42e6de5a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2e6de5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2e6de5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42e6de5a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42e6de5a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2e6de5a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2e6de5a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2e6de5a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2e6de5a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We've learned how to create functions with def and the return statement.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Generator functions allow us to write a function that can send back a value and then later resume to pick up where it left off.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type of function is a generator in Python, allowing us to generate a sequence of values over time.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main difference in syntax will be the use of a yield statement.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a generator function is compiled they become an object that supports an iteration protocol.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That means when they are called in your code they don't actually return a value and then exit.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enerator functions will automatically suspend and resume their execution and state around the last point of value generation.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advantage is that instead of having to compute an entire series of values up front, the generator computes one value waits until the next value is called for.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example, the range() function doesn’t produce an list in memory for all the values from start to stop.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Instead it just keeps track of the last number and the step size, to provide a flow of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Decorators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a user did need the list, they have to transform the generator to a list with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list(range(0,10))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to create our own generators!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ctrTitle"/>
          </p:nvPr>
        </p:nvSpPr>
        <p:spPr>
          <a:xfrm>
            <a:off x="336733" y="14150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Iterators and 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Generators Homework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